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数据库系统课程项目 · 答辩汇报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微软雅黑"/>
              </a:defRPr>
            </a:pPr>
            <a:r>
              <a:t>校园外卖两段式配送</a:t>
            </a:r>
            <a:br/>
            <a:r>
              <a:t>数据库系统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MySQL 8.0 + Flask + ECharts + DeepSeek AI  |  7表 4索引 7触发器 4存储过程 2视图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Campus Delivery Two-Stage Distribution Database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目 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项目背景 | 系统设计 | ER图与7表 | 六态状态机 | 索引策略 | 七重触发器 | 存储过程与事务 | 视图 | 大屏展示 | 创新总结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项目背景与需求分析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校园外卖市场规模 · 传统配送痛点 · 两段式模型解决方案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校园外卖市场与核心痛点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32004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050"/>
                </a:solidFill>
                <a:latin typeface="微软雅黑"/>
              </a:defRPr>
            </a:pPr>
            <a:r>
              <a:t>4,500亿+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中国外卖市场规模(2025)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年复合增长率 22.4%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004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F5496"/>
                </a:solidFill>
                <a:latin typeface="微软雅黑"/>
              </a:defRPr>
            </a:pPr>
            <a: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高校外卖渗透率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大学生是外卖消费主力军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2004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800"/>
                </a:solidFill>
                <a:latin typeface="微软雅黑"/>
              </a:defRPr>
            </a:pPr>
            <a:r>
              <a:t>120万单/日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头部高校日均外卖量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高峰期配送压力巨大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F5496"/>
                </a:solidFill>
                <a:latin typeface="微软雅黑"/>
              </a:defRPr>
            </a:pPr>
            <a:r>
              <a:t>传统校园外卖配送的三大痛点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[1] 校门禁入 — 校外骑手被保安拦下，无法进入宿舍区，学生需步行数百米取餐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[2] 高峰拥堵 — 午晚餐高峰期 30+ 骑手同时在校门口等学生，场面混乱，配送时效无法保证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[3] 丢失错拿 — 外卖堆放在地上，无管理无追溯，日均丢失率 3%-5%，责任无法界定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两段式配送模型：破解传统痛点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核心思路：将一条配送链拆分为两段，引入宿舍楼寄存柜作为中转枢纽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30352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303520" cy="5486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第一段：干线配送（商家 → 寄存点）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5029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骑手类型：Stage1_Trunk（干线骑手）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流程：用户下单 → 付款 → 指派干线骑手 → 商家取餐 → 送达宿舍寄存柜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关键约束：柜子容量有限（物理格子数），满了不能入库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关键技术：FOR UPDATE行级锁防超卖 + chk_capacity容量约束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送达后：订单状态变为 Arrived_At_Point，干线骑手自动释放为 Idle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30352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03520" cy="5486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第二段：楼栋配送（寄存点 → 寝室）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94560"/>
            <a:ext cx="5029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骑手类型：Stage2_Floor（楼栋骑手）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流程：寄存柜包裹就绪 → 指派楼栋骑手 → 从柜中取件 → 配送至学生寝室门口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时效优势：楼栋骑手熟悉本楼布局，单次取多件批量配送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关键技术：骑手类型ENUM约束 + 状态自动管理触发器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送达后：订单状态变为 Completed，包裹从柜中扣除，楼栋骑手释放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核心价值：校外骑手只需送到寄存点（不进入宿舍区），楼栋骑手负责最后100米 — 安全、高效、可追溯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六态订单状态机：全生命周期追踪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Paid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已支付</a:t>
            </a:r>
            <a:br/>
            <a:r>
              <a:t>待指派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456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Stage1</a:t>
            </a:r>
            <a:br/>
            <a:r>
              <a:t>Assigned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干线骑手</a:t>
            </a:r>
            <a:br/>
            <a:r>
              <a:t>已接单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Arrived</a:t>
            </a:r>
            <a:br/>
            <a:r>
              <a:t>At_Point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已送达</a:t>
            </a:r>
            <a:br/>
            <a:r>
              <a:t>寄存点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Stage2</a:t>
            </a:r>
            <a:br/>
            <a:r>
              <a:t>Assigned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楼栋骑手</a:t>
            </a:r>
            <a:br/>
            <a:r>
              <a:t>已接单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6459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Completed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已送达</a:t>
            </a:r>
            <a:br/>
            <a:r>
              <a:t>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1371600"/>
            <a:ext cx="1645920" cy="1097280"/>
          </a:xfrm>
          <a:prstGeom prst="roundRect">
            <a:avLst>
              <a:gd name="adj" fmla="val 15000"/>
            </a:avLst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Cancelled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560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微软雅黑"/>
              </a:defRPr>
            </a:pPr>
            <a:r>
              <a:t>已取消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订单状态流转说明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Paid → Stage1_Assigned: 系统指派干线骑手取件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Stage1_Assigned → Arrived_At_Point: 干线骑手送达寄存柜(调用 sp_arrive_at_pickup_point)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Arrived_At_Point → Stage2_Assigned: 系统指派楼栋骑手从柜中取件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Stage2_Assigned → Completed: 楼栋骑手送达学生(调用 sp_stage2_deliver)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任意非终态 → Cancelled: 订单取消(调用 sp_cancel_order), 退款+恢复库存+释放骑手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全链路审计: created_at → stage1_completed_at → stage2_completed_at (TIMESTAMP精准追踪)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系统设计与数据库架构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三层架构 · 技术栈 · ER图 · 7张核心表(3NF) · 4个索引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系统总体架构：三层分离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463040" cy="13716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展现层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3258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Flask Web + ECharts 数据可视化大屏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localhost:5000 实时监控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3个Tab: 总览 | 订单管理 | 爆仓预警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10515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463040" cy="13716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业务逻辑层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063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Python Flask REST API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4个存储过程(下单/入库/配送/取消)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AI Text-to-SQL(DeepSeek) 自然语言查数据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663440"/>
            <a:ext cx="10515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663440"/>
            <a:ext cx="1463040" cy="13716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数据持久层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4800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MySQL 8.0 InnoDB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7张表 | 7个触发器 | 2个视图 | 4个索引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FOR UPDATE行级锁 | CHECK约束 | ENUM类型 | FOREIGN KEY级联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技术栈全图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34747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474720" cy="5486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20700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数据库引擎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32004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MySQL 8.0 (InnoDB)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utf8mb4 字符集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B-Tree 索引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FOR UPDATE 行级锁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097280"/>
            <a:ext cx="34747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0" y="1097280"/>
            <a:ext cx="3474720" cy="5486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20700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后端框架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32004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Python 3.11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Flask 3.x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PyMySQL (原生SQL)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Flask-CORS 跨域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097280"/>
            <a:ext cx="34747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097280"/>
            <a:ext cx="3474720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20700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前端可视化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554480"/>
            <a:ext cx="32004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ECharts 5.x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响应式仪表盘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3个功能Tab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实时数据刷新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657600"/>
            <a:ext cx="34747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347472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76732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AI 集成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114800"/>
            <a:ext cx="32004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DeepSeek API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Text-to-SQL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自然语言查询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Schema 注入提示词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657600"/>
            <a:ext cx="34747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3657600"/>
            <a:ext cx="347472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76732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部署工具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4114800"/>
            <a:ext cx="320040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Cloudflare Tunnel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公网访问隧道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Git 版本控制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.env 配置管理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数据库 ER 图：7张核心表 · 严格3NF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12</a:t>
            </a:r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7张核心表概览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097280"/>
                <a:gridCol w="6400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中文名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记录数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核心字段与约束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学生用户表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user_id PK, username, phone UNIQUE, dorm_building, balance CHECK(&gt;=0)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商家表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merchant_id PK, merchant_name, phone, address, rating CHECK(1..5)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菜品表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dish_id PK, merchant_id FK, price CHECK(&gt;0), stock CHECK(&gt;=0), status(0/1)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pickup_points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寄存点表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point_id PK, capacity, current_packages, chk_capacity CHECK(current&lt;=capacity)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riders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rider_id PK, rider_type ENUM(Stage1_Trunk/Stage2_Floor), status ENUM(Idle/Delivering/Offline)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~5000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order_id PK, 5个FK, order_status ENUM(6态), stage1_rider_id, stage2_rider_id, 3个时间戳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订单明细表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~5000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item_id PK, order_id FK(CASCADE), dish_id FK, quantity, price_at_order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设计规范：严格3NF · 完备外键级联 · CHECK约束 · ENUM类型约束 · InnoDB事务引擎 · B-Tree索引优化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关键表详解：pickup_points 与 riders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pickup_points — 宿舍寄存中转点表（两段式配送核心）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01168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CREATE TABLE pickup_points (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point_id INT AUTO_INCREMENT PRIMARY KEY,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point_name VARCHAR(50) NOT NULL,        -- 寄存点名称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location VARCHAR(200) NOT NULL,          -- 物理位置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capacity INT NOT NULL,                   -- 最大格子数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current_packages INT DEFAULT 0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CHECK (current_packages &gt;= 0),         -- 在库件数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物理容积硬约束: 不允许超容写入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CONSTRAINT chk_capacity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CHECK (current_packages &lt;= capacity)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5486400" cy="237744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730752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设计要点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2336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chk_capacity 是物理约束最后防线 — 80个格子绝不允许81个包裹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current_packages 由存储过程维护(+1入库/-1出库)，不直接修改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12个寄存点覆盖全校宿舍区，容量从50到120格不等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与 orders 表通过 pickup_point_id FK 关联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riders — 两段式特种骑手表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03520" cy="16459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CREATE TABLE riders (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rider_id INT AUTO_INCREMENT PRIMARY KEY,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rider_name VARCHAR(50) NOT NULL,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rider_type ENUM(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'Stage1_Trunk',    -- 干线: 商家-&gt;寄存点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'Stage2_Floor'     -- 楼栋: 寄存点-&gt;寝室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) NOT NULL,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status ENUM(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'Idle','Delivering','Offline'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) DEFAULT 'Idle',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91840"/>
            <a:ext cx="5303520" cy="27432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36499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设计要点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576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ENUM 类型在数据库层强制约束骑手分工，Stage1_Trunk不能做楼栋配送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status 由触发器自动管理 — 分配订单→Delivering, 完成/取消→Idle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15个骑手: 8个干线(Stage1_Trunk) + 7个楼栋(Stage2_Floor)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外键: orders.stage1_rider_id→riders, orders.stage2_rider_id→riders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两个骑手同一订单互不冲突，各自独立管理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核心表详解：orders 订单表（六态状态机引擎）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6858000" cy="41148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6583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CREATE TABLE orders (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order_id INT AUTO_INCREMENT PRIMARY KEY,    -- 订单流水号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user_id INT NOT NULL,            -- FK → users         下单学生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merchant_id INT NOT NULL,        -- FK → merchants      下单商家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pickup_point_id INT NOT NULL,    -- FK → pickup_points  指派寄存点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total_amount DECIMAL(10,2),      -- 订单总金额(=菜品单价x数量)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││ 六态状态机 ││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order_status ENUM('Paid','Stage1_Assigned',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'Arrived_At_Point','Stage2_Assigned',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'Completed','Cancelled') DEFAULT 'Paid',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双骑手绑定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stage1_rider_id INT DEFAULT NULL,  -- FK → riders  干线骑手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stage2_rider_id INT DEFAULT NULL,  -- FK → riders  楼栋骑手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全链路时间审计戳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created_at TIMESTAMP DEFAULT CURRENT_TIMESTAMP,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stage1_completed_at TIMESTAMP NULL,   -- 干线送达时间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stage2_completed_at TIMESTAMP NULL,   -- 最终送达时间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-- 5个外键约束 + 2个骑手FK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FOREIGN KEY (user_id) REFERENCES users(user_id),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FOREIGN KEY (merchant_id) REFERENCES merchants(merchant_id),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FOREIGN KEY (pickup_point_id) REFERENCES pickup_points(point_id),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FOREIGN KEY (stage1_rider_id) REFERENCES riders(rider_id),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FOREIGN KEY (stage2_rider_id) REFERENCES riders(rider_id),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097280"/>
            <a:ext cx="4114800" cy="146304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0" y="1170432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六态 ENUM 状态机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14630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Paid → Stage1_Assigned → Arrived_At_Point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Stage2_Assigned → Completed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Cancelled 可从任意非终态进入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状态驱动配送流程，杜绝脏数据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743200"/>
            <a:ext cx="4114800" cy="118872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2816352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双骑手复合绑定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310896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stage1_rider_id: 干线骑手(商家→寄存点)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stage2_rider_id: 楼栋骑手(寄存点→寝室)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两个骑手状态独立，由触发器自动管理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4114800"/>
            <a:ext cx="4114800" cy="164592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0" y="4187952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三时间戳审计链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80" y="44805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created_at: 下单时间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stage1_completed_at: 干线送达柜时间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stage2_completed_at: 最终送达学生时间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全链路可追溯，配送时效可量化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索引策略与性能优化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4个B-Tree索引 · 覆盖查询加速 · 复合索引设计 · 视图关联优化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4个B-Tree索引：加速大屏查询与容量检查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  <a:gridCol w="6400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索引名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索引列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加速场景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大屏 Dashboard 按状态筛选(待配送/配送中/已完成) — 最频繁查询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idx_orders_created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created_at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历史订单时间范围查询(今日/近7天/本月) — 支撑趋势图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idx_dishes_merchant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merchant_id,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前端点餐页加载某商家上架菜品 — 复合索引覆盖查询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idx_orders_point_status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pickup_point_id,</a:t>
                      </a:r>
                    </a:p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寄存点容量检查 + vw_pickup_point_analytics视图关联查询</a:t>
                      </a:r>
                    </a:p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→ sp_create_order容量预检 + 爆仓预警视图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索引设计原则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[1] 高频查询列优先建索引 — order_status 是大屏 Tab 切换的核心过滤条件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[2] 复合索引最左前缀 — idx_dishes_merchant(merchant_id, status) 同时加速"按商家查菜品"和"按商家+上架状态查"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[3] 新索引 idx_orders_point_status 解决 VIEW LEFT JOIN 全表扫描问题 — 覆盖 pickup_point_id + order_status 组合查询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[4] 外键列自动建索引(InnoDB) — user_id, merchant_id, pickup_point_id, stage1_rider_id, stage2_rider_id 均有B-Tree索引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七重触发器防护盾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FOR UPDATE行级锁 · 库存防超卖 · 骑手类型约束 · 状态自动管理 · 容量预检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FOR UPDATE 行级锁：高并发防超卖核心机制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微软雅黑"/>
              </a:defRPr>
            </a:pPr>
            <a:r>
              <a:t>竞态条件（无锁情况）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029200" cy="18288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时刻 T1: Session A 查询库存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WHERE dish_id=1;          -- ➜ stock=1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时刻 T2: Session B 查询库存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WHERE dish_id=1;          -- ➜ stock=1  (←也看到1!)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两个Session都认为库存充足 → 都下单 → 超卖!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3333"/>
                </a:solidFill>
                <a:latin typeface="微软雅黑"/>
              </a:defRPr>
            </a:pPr>
            <a:r>
              <a:t>问题本质：SELECT 和 UPDATE 之间存在时间窗口。两个并发事务同时读到 stock=1，都判断"库存够"然后都下单。最终 2 个订单只扣了 1 份库存 — 这就是经典的 Lost Update 问题。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050"/>
                </a:solidFill>
                <a:latin typeface="微软雅黑"/>
              </a:defRPr>
            </a:pPr>
            <a:r>
              <a:t>FOR UPDATE 排他锁解决方案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63040"/>
            <a:ext cx="5486400" cy="27432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55448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触发器 trg_check_dish_stock_before_order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BEFORE INSERT ON order_items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DECLARE v_stock INT;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││ FOR UPDATE ││: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对 dishes 该行加 X 锁(排他锁)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SELECT stock INTO v_stock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FROM dishes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WHERE dish_id = NEW.dish_id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FOR UPDATE;  -- ← 关键!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IF v_stock &lt; NEW.quantity THEN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  SIGNAL '45000'  -- 库存不足,拒绝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050"/>
                </a:solidFill>
                <a:latin typeface="微软雅黑"/>
              </a:defRPr>
            </a:pPr>
            <a:r>
              <a:t>FOR UPDATE 原理：</a:t>
            </a:r>
            <a:br/>
            <a:r>
              <a:t>[1] Session A 执行 SELECT...FOR UPDATE → 对 dish_id=1 加排他锁(X Lock)</a:t>
            </a:r>
            <a:br/>
            <a:r>
              <a:t>[2] Session B 执行 SELECT...FOR UPDATE → 阻塞等待 Session A 释放锁</a:t>
            </a:r>
            <a:br/>
            <a:r>
              <a:t>[3] Session A 完成事务(INSERT+COMMIT) → 释放锁</a:t>
            </a:r>
            <a:br/>
            <a:r>
              <a:t>[4] Session B 获得锁，重新读取 stock=0 → 库存不足 → 正确拒绝！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结论：FOR UPDATE 将"读-判断-写"三步原子化 — 这是数据库层解决并发超卖的唯一正确手段。应用层 synchronized 无法跨进程，乐观锁会频繁重试。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触发器 1-2：库存防超卖（BEFORE + AFTER 双触发器协同）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trg_check_dish_stock_before_order (BEFORE INSERT)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669280" cy="21031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508760"/>
            <a:ext cx="539496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trg_check_dish_stock_before_order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BEFORE INSERT ON order_items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DECLARE v_stock INT;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DECLARE v_status TINYINT;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FOR UPDATE锁定菜品行，防止并发超卖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SELECT stock, status INTO v_stock, v_status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FROM dishes WHERE dish_id = NEW.dish_id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FOR UPDATE;  -- 排他锁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检查1: 菜品是否已下架?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v_status = 0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SIGNAL SQLSTATE '45000'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SET MESSAGE_TEXT = '商品已下架!';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检查2: 库存是否充足?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v_stock &lt; NEW.quantity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SIGNAL SQLSTATE '45000'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SET MESSAGE_TEXT = '库存不足!';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657600"/>
            <a:ext cx="5669280" cy="146304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373075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为什么需要 BEFORE INSERT 触发器?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40233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应用层检查库存有并发窗口 — 两个请求同时读到stock=1然后都下单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FOR UPDATE 对 dishes 行加 X 锁(排他锁)，其他事务的 FOR UPDATE 必须等待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MySQL 行级锁粒度精准到被查询的行，不影响其他菜品的并发下单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同时也检查下架状态(status=0)，防止买到已下架商品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trg_reduce_dish_stock_after_order (AFTER INSERT)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303520" cy="82296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trg_reduce_dish_stock_after_order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AFTER INSERT ON order_items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UPDATE dishes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SET stock = stock - NEW.quantity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WHERE dish_id = NEW.dish_id;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5303520" cy="128016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45059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为什么 AFTER INSERT 而不是 BEFORE?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43200"/>
            <a:ext cx="50292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只有BEFORE触发器通过所有校验（库存足+未下架），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AFTER触发器才会执行扣减。如果BEFORE拒绝，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AFTER不会执行 → 不会误扣库存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库存扣减是幂等操作，放在AFTER更安全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40480"/>
            <a:ext cx="5303520" cy="128016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9136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触发时机与事务关系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206240"/>
            <a:ext cx="502920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INSERT INTO order_items → trg_check(检查+加锁)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✔✔ 通过 → trg_reduce(扣库存) → COMMIT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✘ 拒绝 → ROLLBACK(整个事务回滚) → 不扣库存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两个触发器在同一个事务内，保证原子性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触发器 3-4：骑手类型约束（ENUM + 触发器双重保护）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问题背景：系统有 Stage1_Trunk(干线) 和 Stage2_Floor(楼栋) 两种骑手，如果错把楼栋骑手派去商家取餐，业务全乱。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trg_check_rider_type_before_insert (BEFORE INSERT)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920240"/>
            <a:ext cx="5669280" cy="16459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201168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trg_check_rider_type_before_insert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BEFORE INSERT ON orders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NEW.stage1_rider_id IS NOT NULL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IF NOT EXISTS (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SELECT 1 FROM riders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WHERE rider_id = NEW.stage1_rider_id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  AND rider_type = 'Stage1_Trunk'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)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SIGNAL SQLSTATE '45000'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  SET MESSAGE_TEXT = 'Stage1必须是Trunk类型!';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END IF;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同理检查 stage2_rider_id 必须是 Stage2_Floor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749039"/>
            <a:ext cx="5669280" cy="22860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3822191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INSERT 触发场景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41148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新订单插入时如果同时指定了骑手(INSERT INTO orders...stage1_rider_id=5)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触发器检查: rider_id=5 的 rider_type 是 Stage1_Trunk 吗?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✔ 是 → 允许写入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✘ 不是 → SIGNAL 拒绝 + 事务回滚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与 riders 表的 ENUM 约束形成双重保护: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ENUM 保证 rider_type 只有合法值，触发器保证用法正确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trg_check_rider_type_before_update (BEFORE UPDATE)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5303520" cy="16459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trg_check_rider_type_before_update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BEFORE UPDATE ON orders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仅在 stage1_rider_id 发生变化时检查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NEW.stage1_rider_id IS NOT NULL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AND (NEW.stage1_rider_id !=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    OLD.stage1_rider_id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    OR OLD.stage1_rider_id IS NULL)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THEN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  -- 检查新指派的骑手类型是否正确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IF NOT EXISTS (...rider_type='Stage1_Trunk')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THEN SIGNAL...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同理检查 stage2_rider_id → Stage2_Floor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749039"/>
            <a:ext cx="5303520" cy="22860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822191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UPDATE 触发场景与优化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订单状态变更时重新指派骑手(UPDATE orders SET stage1_rider_id=8)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触发器检查: 仅在新旧值不同或旧值为NULL时触发检查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避免每次UPDATE都重复校验（性能优化）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INSERT+UPDATE双触发器覆盖所有骑手指派路径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错误示例: 试图让Stage2_Floor骑手做Stage1配送 → 拒绝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触发器 5-6：骑手状态自动管理（Idle ↔ Delivering）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核心价值：应用层不需要手动 UPDATE riders SET status = ... — 所有状态转换由数据库触发器自动完成，杜绝遗漏和错误。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trg_rider_delivering_insert (AFTER INSERT)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74519"/>
            <a:ext cx="5669280" cy="11887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9659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trg_rider_delivering_insert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AFTER INSERT ON orders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新订单已指派干线骑手 → 状态变为Delivering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NEW.stage1_rider_id IS NOT NULL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AND NEW.order_status IN ('Paid','Stage1_Assigned')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UPDATE riders SET status='Delivering'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WHERE rider_id = NEW.stage1_rider_id;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同理处理 stage2_rider_id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trg_rider_delivering_update (AFTER UPDATE)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303520" cy="18288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trg_rider_delivering_update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AFTER UPDATE ON orders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[1] 新指派骑手 → Delivering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NEW.stage1_rider_id 发生变化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UPDATE riders SET status='Delivering'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WHERE rider_id = NEW.stage1_rider_id;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[2] Stage1完成(Paid/Stage1_Assigned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    → Arrived_At_Point) → 释放干线骑手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NEW.order_status='Arrived_At_Point'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AND OLD.order_status IN ('Paid','Stage1_Assigned')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UPDATE riders SET status='Idle'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WHERE rider_id = OLD.stage1_rider_id;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[3] Stage2完成 → 释放楼栋骑手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[4] 取消 → 释放所有骑手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骑手状态自动转换表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3749039"/>
          <a:ext cx="107899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286000"/>
                <a:gridCol w="4572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触发事件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订单状态变化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骑手状态转换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触发器逻辑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指派骑手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Paid → Stage1_Assigned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Idle → Delivering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INSERT/UPDATE 检测到新 stage1_rider_id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干线送达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Stage1_Assigned → Arrived_At_Point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UPDATE: order_status=Arrived_At_Point 释放干线骑手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指派楼栋骑手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Arrived_At_Point → Stage2_Assigned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Idle → Delivering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 检测到新 stage2_rider_id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最终送达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Stage2_Assigned →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UPDATE: order_status=Completed 释放楼栋骑手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订单取消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任意 → Cancelled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UPDATE: order_status=Cancelled 释放所有骑手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触发器 7（新增）：寄存点容量预检 — 防止骑手白跑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trg_check_pickup_point_capacity (BEFORE INSERT ON orders)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669280" cy="13716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50876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CREATE TRIGGER trg_check_pickup_point_capacity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BEFORE INSERT ON orders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DECLARE v_pt_current INT;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DECLARE v_pt_capacity INT;</a:t>
            </a:r>
          </a:p>
          <a:p>
            <a:pPr>
              <a:spcAft>
                <a:spcPts val="100"/>
              </a:spcAft>
              <a:defRPr sz="900">
                <a:solidFill>
                  <a:srgbClr val="6A995A"/>
                </a:solidFill>
                <a:latin typeface="Consolas"/>
              </a:defRPr>
            </a:pPr>
            <a:r>
              <a:t>  -- FOR UPDATE锁住寄存点行，防并发容量击穿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SELECT current_packages, capacity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INTO v_pt_current, v_pt_capacity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FROM pickup_points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WHERE point_id = NEW.pickup_point_id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FOR UPDATE;  -- 排他锁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IF v_pt_current &gt;= v_pt_capacity THEN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SIGNAL SQLSTATE '45000'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    SET MESSAGE_TEXT = '该寄存点已满!'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9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926080"/>
            <a:ext cx="5669280" cy="13716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2999232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为什么需要这个新触发器?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329184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之前只有 chk_capacity 硬约束 — 在入库时拦截(等骑手送到了才发现柜满)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骑手白跑一趟，已完成的工作被 ROLLBACK 抹掉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新触发器在下单时就检查容量 → 满了直接拒绝，用户选其他寄存点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FOR UPDATE 保证两个用户不会同时看到"还剩1格"同时下单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爆仓防护：两层体系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5303520" cy="13716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第一层：下单容量预检（主动防护）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sp_create_order: FOR UPDATE查容量 → 满→拒绝("请选邻近寄存点")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trg_check_pickup_point_capacity: BEFORE INSERT触发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→ 用户下单时就被引导分流，不会出现骑手送到后发现柜满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200400"/>
            <a:ext cx="5303520" cy="1371600"/>
          </a:xfrm>
          <a:prstGeom prst="rect">
            <a:avLst/>
          </a:prstGeom>
          <a:solidFill>
            <a:srgbClr val="FFEBEE"/>
          </a:solidFill>
          <a:ln w="254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2918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第二层：物理硬约束（被动兜底）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chk_capacity CHECK (current_packages &lt;= capacity)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sp_arrive_at_pickup_point: UPDATE current_packages+1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→ 如果+1后&gt;capacity → ROLLBACK(安全网, 正常情况走不到这步)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75488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F5496"/>
                </a:solidFill>
                <a:latin typeface="微软雅黑"/>
              </a:defRPr>
            </a:pPr>
            <a:r>
              <a:t>两层关系：第一层在下单时主动拦(用户体验好)，第二层在入库时兜底(极端并发+绕过SP的直接INSERT)。</a:t>
            </a:r>
            <a:br/>
            <a:r>
              <a:t>FOR UPDATE 行级锁确保两层各自的容量检查都是原子性的，不会出现"同时看到最后一格"的并发击穿。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577840"/>
            <a:ext cx="11430000" cy="82296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65099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数据库层实际拦截了什么?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59436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整个防护链: trg_check(下单时容量预检) → FOR UPDATE(并发保护) → chk_capacity(入库时硬约束)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拦截点1: INSERT INTO orders → 容量满→拒绝 → 用户换寄存点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拦截点2: sp_arrive_at_pickup_point → current_packages+1&gt;capacity → ROLLBACK → 包裹回退到Stage1_Assigned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七重触发器总览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33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338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1280160"/>
                <a:gridCol w="1188720"/>
                <a:gridCol w="118872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触发器名称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触发时机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事件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功能描述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trg_check_dish_stock_before_order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FOR UPDATE锁定菜品行 → 检查库存充足+未下架 → 不足则SIGNAL拒绝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trg_reduce_dish_stock_after_order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自动扣减菜品库存: stock = stock - quantity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trg_check_rider_type_before_insert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校验stage1_rider必须是Stage1_Trunk, stage2必须是Stage2_Floor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trg_check_rider_type_before_update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同#3，在骑手变更时触发(仅新旧值不同时校验)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trg_rider_delivering_insert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新订单指派骑手 → 自动设置 ridER.status=Delivering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trg_rider_delivering_update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状态驱动: 指派→Delivering, 完成→Idle, 取消→Idle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trg_check_pickup_point_capacity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FOR UPDATE查寄存点容量 → 满则SIGNAL拒绝 → 用户选其他点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分类统计: 库存管理 2个(触发器1-2) | 骑手类型约束 2个(触发器3-4) | 骑手状态自动管理 2个(触发器5-6) | 容量预检 1个(触发器7)</a:t>
            </a:r>
            <a:br/>
            <a:r>
              <a:t>技术栈: FOR UPDATE行级锁(触发器1,7) | SIGNAL异常处理(触发器1,3,4,7) | NEW/OLD状态对比(触发器4,6) | ENUM类型+NOT EXISTS(触发器3,4)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存储过程与事务管理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4个核心SP · 原子事务 · ROLLBACK回滚 · 游标 · 爆仓处理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sp_create_order：原子性下单（含余额检查 + 容量预检 + 扣款）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6858000" cy="45720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18872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CREATE PROCEDURE sp_create_order(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 p_user_id INT, IN p_merchant_id INT,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 p_point_id INT, IN p_dish_id INT,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 p_quantity INT, OUT o_order_id INT)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DECLARE EXIT HANDLER FOR SQLEXCEPTION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BEGIN  ROLLBACK;  RESIGNAL;  END;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START TRANSACTION;  -- 事务开始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[1] 获取菜品价格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SELECT price INTO v_dish_price FROM dishes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dish_id = p_dish_id;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[2] 检查钱包余额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SELECT balance INTO v_balance FROM users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user_id = p_user_id;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IF v_balance &lt; total THEN SIGNAL... END IF;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[3] 容量预检 (FOR UPDATE防并发)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SELECT current_packages, capacity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INTO v_pt_current, v_pt_capacity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FROM pickup_points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point_id = p_point_id FOR UPDATE;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IF v_pt_current &gt;= v_pt_capacity THEN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SIGNAL '该寄存点已满!';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[4] 扣款 + [5] 插入订单 + [6] 插入明细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UPDATE users SET balance = balance - total;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INSERT INTO orders (...) VALUES (...);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INSERT INTO order_items (...) VALUES (...);</a:t>
            </a: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明细INSERT触发 trg_check(锁库存) + trg_reduce(扣库存)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COMMIT;  -- 原子提交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097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执行流程与触发器链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1. START TRANSACTION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2. 查菜品价格 → 算总金额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3. 查钱包余额 → 不足→SIGNAL→ROLLBACK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4. FOR UPDATE查寄存点容量 → 满→SIGNAL→ROLLBACK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5. UPDATE扣钱包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6. INSERT INTO orders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→ 触发 trg_check_rider_type (骑手类型校验)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→ 触发 trg_check_pickup_point_capacity (容量预检)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7. INSERT INTO order_items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→ 触发 trg_check_dish_stock (FOR UPDATE库存检查)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→ 触发 trg_reduce_dish_stock (库存扣减)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8. COMMIT (所有步骤全部成功)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任一环节失败 → EXIT HANDLER捕获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→ ROLLBACK → RESIGNAL → 上游收到错误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sp_arrive_at_pickup_point + sp_stage2_deliver：两段配送引擎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sp_arrive_at_pickup_point — 干线骑手送达入库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486400" cy="25603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508760"/>
            <a:ext cx="521208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CREATE PROCEDURE sp_arrive_at_pickup_point(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 p_order_id INT)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DECLARE EXIT HANDLER FOR SQLEXCEPTION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BEGIN ROLLBACK; RESIGNAL; END;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START TRANSACTION;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Step 1: 状态跳转(可逆)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UPDATE orders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SET order_status = 'Arrived_At_Point',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    stage1_completed_at = CURRENT_TIMESTAMP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order_id = p_order_id;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Step 2: 寄存点计数+1(触发chk_capacity)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UPDATE pickup_points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SET current_packages = current_packages + 1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point_id = v_point_id;</a:t>
            </a: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↑ chk_capacity CHECK(current&lt;=capacity)</a:t>
            </a: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如果溢出 → 异常 → ROLLBACK</a:t>
            </a: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Step1的状态变更有被回滚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触发器自动: stage1_rider → Idle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COMMIT;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160520"/>
            <a:ext cx="5486400" cy="18288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4233672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爆仓时的行为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452628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若 current_packages+1 &gt; capacity: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chk_capacity CHECK → 异常 → ROLLBACK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订单状态回退(Arrived_At_Point→Stage1_Assigned)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stage1_completed_at 被回滚(抹掉了干线骑手的工作)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这是两段式配送的不足: 骑手已完成但系统不认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改进方向: 引入"已到达但等待空位"中间状态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sp_stage2_deliver — 楼栋骑手送达完成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303520" cy="164592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CREATE PROCEDURE sp_stage2_deliver(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IN p_order_id INT)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DECLARE EXIT HANDLER FOR SQLEXCEPTION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BEGIN ROLLBACK; RESIGNAL; END;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START TRANSACTION;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Step 1: 标记订单完成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UPDATE orders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SET order_status = 'Completed',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    stage2_completed_at = CURRENT_TIMESTAMP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order_id = p_order_id;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Step 2: 寄存点包裹数-1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UPDATE pickup_points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SET current_packages = current_packages - 1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WHERE point_id = v_point_id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  AND current_packages &gt; 0;  -- 安全保护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  -- 触发器自动: stage2_rider → Idle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COMMIT;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46120"/>
            <a:ext cx="5303520" cy="27432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31927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sp_cancel_order 取消流程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7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1. 查订单状态(Completed/Cancelled不能再次取消)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2. UPDATE users: balance + total(退款)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3. 游标遍历 order_items → 恢复每道菜库存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4. 如果已入库 → current_packages - 1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5. UPDATE orders SET status=Cancelled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触发器自动释放所有骑手(Idle)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所有步骤在同一事务内，失败→ROLLBACK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事务回滚机制与爆仓处理流程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EXIT HANDLER 异常捕获与回滚机制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029200" cy="13716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-- 每个存储过程都有的标准模板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DECLARE EXIT HANDLER FOR SQLEXCEPTION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ROLLBACK;  -- 撤销事务内所有操作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RESIGNAL;  -- 向上层抛出具体错误信息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END;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  ... 业务操作 ...</a:t>
            </a:r>
          </a:p>
          <a:p>
            <a:pPr>
              <a:spcAft>
                <a:spcPts val="100"/>
              </a:spcAft>
              <a:defRPr sz="1000">
                <a:solidFill>
                  <a:srgbClr val="6A995A"/>
                </a:solidFill>
                <a:latin typeface="Consolas"/>
              </a:defRPr>
            </a:pPr>
            <a:r>
              <a:t>  -- 任意步骤失败 → 自动跳到HANDLER</a:t>
            </a:r>
          </a:p>
          <a:p>
            <a:pPr>
              <a:spcAft>
                <a:spcPts val="100"/>
              </a:spcAft>
              <a:defRPr sz="1000">
                <a:solidFill>
                  <a:srgbClr val="DCDCDC"/>
                </a:solidFill>
                <a:latin typeface="Consolas"/>
              </a:defRPr>
            </a:pPr>
            <a:r>
              <a:t>COMMIT;  -- 全部成功才提交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微软雅黑"/>
              </a:defRPr>
            </a:pPr>
            <a:r>
              <a:t>爆仓处理完整流程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[1] 用户下单 → sp_create_order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容量预检(FOR UPDATE) → 满→拒绝("请选其他寄存点")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有空 → 下单成功 → 订单状态=Paid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[2] 干线骑手取件 → 订单状态=Stage1_Assigned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[3] 干线骑手送达 → sp_arrive_at_pickup_point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UPDATE current_packages+1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chk_capacity CHECK(current&lt;=capacity)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如果溢出(极端并发): ROLLBACK, 订单回Stage1_Assigned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如果正常: 入库成功, 订单=Arrived_At_Point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[4] 楼栋骑手取件 → 订单=Stage2_Assigned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[5] 楼栋骑手送达 → sp_stage2_deliver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current_packages-1 → 释放一个格子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微软雅黑"/>
              </a:defRPr>
            </a:pPr>
            <a:r>
              <a:t>    → 订单=Completed → 全链路完成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事务四大特性(ACID)在本系统中的体现:</a:t>
            </a:r>
            <a:br/>
            <a:br/>
            <a:r>
              <a:t>A-原子性: 所有SP用START TRANSACTION+COMMIT/ROLLBACK，</a:t>
            </a:r>
            <a:br/>
            <a:r>
              <a:t>  扣款+插订单+插明细要么全成功要么全回滚</a:t>
            </a:r>
            <a:br/>
            <a:br/>
            <a:r>
              <a:t>C-一致性: CHECK约束(chk_capacity, balance&gt;=0, stock&gt;=0)</a:t>
            </a:r>
            <a:br/>
            <a:r>
              <a:t>  保证数据库永远处于合法状态</a:t>
            </a:r>
            <a:br/>
            <a:br/>
            <a:r>
              <a:t>I-隔离性: FOR UPDATE行级锁，并发事务之间互不干扰</a:t>
            </a:r>
            <a:br/>
            <a:r>
              <a:t>  两个用户同时买最后一份库存 → 一个成功一个等待</a:t>
            </a:r>
            <a:br/>
            <a:br/>
            <a:r>
              <a:t>D-持久性: InnoDB引擎，COMMIT后数据写入redo log</a:t>
            </a:r>
            <a:br/>
            <a:r>
              <a:t>  系统崩溃后可从日志恢复已提交的事务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视图与数据分析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饱和度预警视图 · RANK() OVER窗口函数 · 商户销售排行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2个业务视图：驱动大屏实时数据展示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vw_pickup_point_analytics — 寄存点饱和度预警视图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486400" cy="18288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50876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CREATE VIEW vw_pickup_point_analytics AS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p.point_id,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p.point_name,                  -- 寄存点名称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p.capacity AS max_capacity,    -- 最大容量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p.current_packages,            -- 当前包裹数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ROUND(p.current_packages/p.capacity*100,2)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AS saturation_pct,           -- 饱和度百分比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COALESCE(sub.backlog_count,0)  -- 滞留件数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AS backlog_count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FROM pickup_points p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LEFT JOIN (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SELECT pickup_point_id, COUNT(*) AS backlog_count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FROM orders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WHERE order_status IN ('Arrived_At_Point',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'Stage2_Assigned')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GROUP BY pickup_point_id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) sub ON p.point_id = sub.pickup_point_id;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429000"/>
            <a:ext cx="5486400" cy="256032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3502152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大屏爆仓预警如何使用这个视图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379476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大屏每30秒查询: SELECT * FROM vw_pickup_point_analytics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saturation_pct &gt; 80% → 黄色预警 (接近爆仓)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saturation_pct = 100% → 红色爆仓 (已满，新订单拒绝)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backlog_count 与 current_packages 理论一致(chk_capacity保证)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新索引 idx_orders_point_status 加速子查询LEFT JOIN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驱动大屏"爆仓预警"Tab的柱状图和数据卡片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51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vw_merchant_sales_rank — 商户销售排行视图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303520" cy="13716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CREATE VIEW vw_merchant_sales_rank AS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m.merchant_id,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m.merchant_name,               -- 商家名称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COUNT(DISTINCT o.order_id)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AS total_orders,             -- 订单总数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IFNULL(SUM(o.total_amount),0)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AS total_sales,              -- 销售总额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RANK() OVER (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  ORDER BY IFNULL(SUM(o.total_amount),0) DESC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) AS sales_rank                -- 销售额排名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FROM merchants m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LEFT JOIN orders o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ON m.merchant_id = o.merchant_id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AND o.order_status = 'Completed'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GROUP BY m.merchant_id;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971800"/>
            <a:ext cx="5303520" cy="301752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4495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RANK() OVER 窗口函数解析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3375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RANK() OVER (ORDER BY SUM(amount) DESC)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传统做法: 子查询+变量，SQL复杂且易出错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窗口函数: 一行SQL完成排名，数据库引擎优化执行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RANK() vs ROW_NUMBER() vs DENSE_RANK():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RANK(): 同销售额排名相同，下一个跳过(1,2,2,4)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DENSE_RANK(): 同销售额排名相同，连续(1,2,2,3)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ROW_NUMBER(): 无并列，随机排序(1,2,3,4)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仅统计Completed订单 → 排除未完成交易的干扰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系统大屏与可视化展示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Flask + ECharts 实时监控大屏 · 3个功能Tab · 10张截图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大屏总览：实时数据监控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46</a:t>
            </a:r>
          </a:p>
        </p:txBody>
      </p:sp>
      <p:pic>
        <p:nvPicPr>
          <p:cNvPr id="4" name="Picture 3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订单管理模块与 KPI 指标卡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48</a:t>
            </a:r>
          </a:p>
        </p:txBody>
      </p:sp>
      <p:pic>
        <p:nvPicPr>
          <p:cNvPr id="4" name="Picture 3" descr="02_order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2743200"/>
          </a:xfrm>
          <a:prstGeom prst="rect">
            <a:avLst/>
          </a:prstGeom>
        </p:spPr>
      </p:pic>
      <p:pic>
        <p:nvPicPr>
          <p:cNvPr id="5" name="Picture 4" descr="04_kpi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4864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393192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左侧：订单管理 Tab — 按状态筛选(Paid/Stage1_Assigned/Arrived_At_Point/Stage2_Assigned/Completed/Cancelled)，实时数据表格</a:t>
            </a:r>
            <a:br/>
            <a:r>
              <a:t>右侧：KPI 指标卡 — 今日订单数、今日营收、活跃骑手数、活跃商家数、爆仓寄存点数，30秒自动刷新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爆仓预警：饱和度实时监控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50</a:t>
            </a:r>
          </a:p>
        </p:txBody>
      </p:sp>
      <p:pic>
        <p:nvPicPr>
          <p:cNvPr id="4" name="Picture 3" descr="10_overflow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2743200"/>
          </a:xfrm>
          <a:prstGeom prst="rect">
            <a:avLst/>
          </a:prstGeom>
        </p:spPr>
      </p:pic>
      <p:pic>
        <p:nvPicPr>
          <p:cNvPr id="5" name="Picture 4" descr="11_overflow_pi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005840"/>
            <a:ext cx="438912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393192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爆仓预警机制:</a:t>
            </a:r>
            <a:br/>
            <a:r>
              <a:t>[1] chk_capacity CHECK约束 — 数据库物理层硬约束，current_packages绝对不能超过capacity</a:t>
            </a:r>
            <a:br/>
            <a:r>
              <a:t>[2] trg_check_pickup_point_capacity — 下单前FOR UPDATE查容量，满了直接拒绝</a:t>
            </a:r>
            <a:br/>
            <a:r>
              <a:t>[3] vw_pickup_point_analytics — 实时计算saturation_pct，&gt;80%黄色预警，=100%红色爆仓</a:t>
            </a:r>
            <a:br/>
            <a:r>
              <a:t>[4] API /api/today_stats — 统计 overflow_points(饱和度&gt;80%的寄存点数量)</a:t>
            </a:r>
            <a:br/>
            <a:r>
              <a:t>当前模拟数据: 3期=100%(爆仓), 6期=100%(爆仓), 其余正常 → 验证两层防护体系有效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管理页面：寄存点 / 商家 / 学生 / 骑手 / 菜品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52</a:t>
            </a:r>
          </a:p>
        </p:txBody>
      </p:sp>
      <p:pic>
        <p:nvPicPr>
          <p:cNvPr id="4" name="Picture 3" descr="03_pickup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365760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429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寄存点管理</a:t>
            </a:r>
          </a:p>
        </p:txBody>
      </p:sp>
      <p:pic>
        <p:nvPicPr>
          <p:cNvPr id="6" name="Picture 5" descr="05_mercha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05840"/>
            <a:ext cx="365760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3429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商家管理</a:t>
            </a:r>
          </a:p>
        </p:txBody>
      </p:sp>
      <p:pic>
        <p:nvPicPr>
          <p:cNvPr id="8" name="Picture 7" descr="06_stud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05840"/>
            <a:ext cx="3657600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3429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学生管理</a:t>
            </a:r>
          </a:p>
        </p:txBody>
      </p:sp>
      <p:pic>
        <p:nvPicPr>
          <p:cNvPr id="10" name="Picture 9" descr="07_r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566160"/>
            <a:ext cx="36576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5989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骑手管理</a:t>
            </a:r>
          </a:p>
        </p:txBody>
      </p:sp>
      <p:pic>
        <p:nvPicPr>
          <p:cNvPr id="12" name="Picture 11" descr="08_dish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3566160"/>
            <a:ext cx="365760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0" y="5989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菜品管理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AI Text-to-SQL：自然语言查询数据库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集成 DeepSeek API，用户在搜索框输入自然语言 → AI 生成 SQL → 执行并返回结果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6400800" cy="2286000"/>
          </a:xfrm>
          <a:prstGeom prst="rect">
            <a:avLst/>
          </a:prstGeom>
          <a:solidFill>
            <a:srgbClr val="262B33"/>
          </a:solidFill>
          <a:ln w="12700">
            <a:solidFill>
              <a:srgbClr val="3A3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800">
                <a:solidFill>
                  <a:srgbClr val="6A995A"/>
                </a:solidFill>
                <a:latin typeface="Consolas"/>
              </a:defRPr>
            </a:pPr>
            <a:r>
              <a:t># Python 提示词工程 (app.py)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system_prompt = '''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你是一个MySQL查询助手。数据库有以下表: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users(user_id, username, phone, dorm_building, balance)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merchants(merchant_id, merchant_name, address, rating)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dishes(dish_id, merchant_id, dish_name, price, stock, status)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pickup_points(point_id, point_name, location, capacity, current_packages)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riders(rider_id, rider_name, rider_type, status)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orders(order_id, user_id, merchant_id, pickup_point_id,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  total_amount, order_status, stage1_rider_id, stage2_rider_id)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- order_items(item_id, order_id, dish_id, quantity, price_at_order)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请根据用户自然语言输入，生成单个MySQL SELECT查询语句。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不要使用INSERT/UPDATE/DELETE/DROP。只返回纯SQL，不要解释。</a:t>
            </a:r>
          </a:p>
          <a:p>
            <a:pPr>
              <a:spcAft>
                <a:spcPts val="100"/>
              </a:spcAft>
              <a:defRPr sz="800">
                <a:solidFill>
                  <a:srgbClr val="DCDCDC"/>
                </a:solidFill>
                <a:latin typeface="Consolas"/>
              </a:defRPr>
            </a:pPr>
            <a:r>
              <a:t>'''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45920"/>
            <a:ext cx="4389120" cy="18288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71907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AI 查询示例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输入: "今天卖了多少钱?"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SQL: SELECT SUM(total_amount) FROM orders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WHERE DATE(created_at)=CURDATE()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AND order_status='Completed'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输入: "哪个寄存点快满了?"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→ SQL: SELECT point_name, saturation_pct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FROM vw_pickup_point_analytics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ORDER BY saturation_pct 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657600"/>
            <a:ext cx="4389120" cy="2286000"/>
          </a:xfrm>
          <a:prstGeom prst="rect">
            <a:avLst/>
          </a:prstGeom>
          <a:solidFill>
            <a:srgbClr val="E3EEF7"/>
          </a:solidFill>
          <a:ln w="1905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373075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Schema注入策略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提示词中包含完整数据库Schema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让AI理解表结构、字段含义、ENUM值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限制只生成SELECT(安全考虑)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前端展示SQL和执行结果(透明可信)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DeepSeek模型: deepseek-chat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成本极低: 单次查询&lt;0.01元人民币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技术亮点:</a:t>
            </a:r>
            <a:br/>
            <a:br/>
            <a:r>
              <a:t>[1] Schema注入 — 将完整数据库结构放入系统提示词，AI能准确理解表关系和字段含义</a:t>
            </a:r>
            <a:br/>
            <a:r>
              <a:t>[2] 安全限制 — 只允许SELECT语句，拒绝任何写操作，防止AI幻觉导致数据损坏</a:t>
            </a:r>
            <a:br/>
            <a:r>
              <a:t>[3] 透明展示 — 前端同时展示生成的SQL和查询结果，用户可以看到AI"在想什么"</a:t>
            </a:r>
            <a:br/>
            <a:r>
              <a:t>[4] 视图复用 — AI可以直接查询 vw_pickup_point_analytics 和 vw_merchant_sales_rank，无需重复JOIN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2F5496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创新点总结与成果交付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微软雅黑"/>
              </a:defRPr>
            </a:pPr>
            <a:r>
              <a:t>技术创新 · 数据库设计亮点 · 项目交付物 · 未来展望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七大创新点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57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005840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005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FOR UPDATE 行级锁防超卖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051560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触发器内嵌 SELECT...FOR UPDATE，高并发场景下原子化"读-判断-写"，杜绝超卖。这是数据库课程的核心考核点。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七重触发器防护体系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828800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库存防超卖(2个) + 骑手类型约束(2个) + 骑手状态自动管理(2个) + 容量预检(1个)。数据库层全自动，应用层零负担。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两段式配送状态机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06039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6态ENUM + 双骑手绑定 + 3时间戳审计。覆盖校园外卖全流程从下单到签收，每个状态转换都有明确触发条件。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337560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chk_capacity 物理硬约束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83279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CHECK(current_packages &lt;= capacity) 确保数据库层物理容积不超限。配合容量预检形成两层防护。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1148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RANK() OVER 窗口函数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60520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商户销售排行视图，一行SQL替代复杂的子查询+变量漂移。数据库引擎优化执行，比应用层排序更快更准确。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89204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92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AI Text-to-SQL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937759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DeepSeek LLM + Schema注入提示词，自然语言→SQL→结果。前端透明展示SQL，安全限制只读。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669279"/>
            <a:ext cx="457200" cy="45720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66927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Cloudflare Tunnel 公网部署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714999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免费隧道技术将 localhost:5000 映射到公网域名，答辩时评委可直接手机扫码访问实时大屏。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spcBef>
                <a:spcPts val="600"/>
              </a:spcBef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项目交付成果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  <a:latin typeface="微软雅黑"/>
              </a:defRPr>
            </a:pPr>
            <a:r>
              <a:t>59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2148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148840" cy="54864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207007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18745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campus_delivery_db.sql (完整DDL+DML)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7表 4索引 7触发器 4存储过程 2视图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严格3NF + 完备外键级联 + CHECK约束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097280"/>
            <a:ext cx="2148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39" y="1097280"/>
            <a:ext cx="2148840" cy="5486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199" y="1207007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模拟数据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1554480"/>
            <a:ext cx="18745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generate_mock_data.py (5000条订单)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容量感知生成器(backlog&lt;=capacity)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生成数据已通过所有触发器校验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59" y="1097280"/>
            <a:ext cx="2148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37759" y="1097280"/>
            <a:ext cx="2148840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207007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Flask大屏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554480"/>
            <a:ext cx="18745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app.py (REST API + HTML渲染)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3个功能Tab + ECharts可视化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30秒自动刷新 + AI Text-to-SQL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79" y="1097280"/>
            <a:ext cx="2148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79" y="1097280"/>
            <a:ext cx="214884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207007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文档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54480"/>
            <a:ext cx="18745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校园外卖两段式配送系统_实践报告.docx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README.md (项目全中文化)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本文档 PPT 答辩汇报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097280"/>
            <a:ext cx="2148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0" y="1097280"/>
            <a:ext cx="214884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1207007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部署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554480"/>
            <a:ext cx="18745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Cloudflare Tunnel 公网访问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proxy.py 代理管理脚本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.env 环境配置管理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Git 仓库: 校园外卖两段式配送数据库系统  |  所有代码已提交推送  |  分支: master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未来展望与改进方向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[1] 柜满排队机制 — 引入"已到达但等待空位"中间状态，不抹掉干线骑手已完成的工作</a:t>
            </a:r>
          </a:p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[2] 智能容量调度 — 下单时自动推荐邻近有空位的寄存点，用户一键切换</a:t>
            </a:r>
          </a:p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[3] 配送路线优化 — 楼栋骑手多单拼单路径规划，一次取5-8件集中配送</a:t>
            </a:r>
          </a:p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[4] 实时骑手GPS — 接入地图API，用户实时追踪包裹位置</a:t>
            </a:r>
          </a:p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[5] 全链路压测 — sysbench/ab工具测试QPS上限，验证FOR UPDATE性能瓶颈</a:t>
            </a:r>
          </a:p>
          <a:p>
            <a:pPr>
              <a:spcAft>
                <a:spcPts val="400"/>
              </a:spcAft>
              <a:defRPr sz="1400">
                <a:solidFill>
                  <a:srgbClr val="CCCCCC"/>
                </a:solidFill>
                <a:latin typeface="微软雅黑"/>
              </a:defRPr>
            </a:pPr>
            <a:r>
              <a:t>[6] 微服务拆分 — 订单服务/骑手服务/寄存点服务独立部署，消息队列解耦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5303520"/>
            <a:ext cx="6400800" cy="36576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感谢各位老师聆听！</a:t>
            </a:r>
            <a:br/>
            <a:r>
              <a:t>欢迎扫码访问实时大屏  |  GitHub: sou1maker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